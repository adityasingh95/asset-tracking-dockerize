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BROWNFIELD · SPEC-DRIVEN · ORCHESTRATED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Brownfield Run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66928" y="2240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Changing software an agent </a:t>
            </a:r>
            <a:pPr indent="0" marL="0">
              <a:buNone/>
            </a:pPr>
            <a:r>
              <a:rPr lang="en-US" sz="1500" i="1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didn't write</a:t>
            </a:r>
            <a:pPr indent="0" marL="0">
              <a:buNone/>
            </a:pPr>
            <a:r>
              <a:rPr lang="en-US" sz="15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safely, with a full audit trail.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8046720" cy="1737360"/>
          </a:xfrm>
          <a:prstGeom prst="roundRect">
            <a:avLst>
              <a:gd name="adj" fmla="val 3158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880360"/>
            <a:ext cx="8046720" cy="292608"/>
          </a:xfrm>
          <a:prstGeom prst="rect">
            <a:avLst/>
          </a:prstGeom>
          <a:solidFill>
            <a:srgbClr val="11111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07792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~/asset-tracking-dockerize — zsh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8046720" cy="1417320"/>
          </a:xfrm>
          <a:prstGeom prst="roundRect">
            <a:avLst>
              <a:gd name="adj" fmla="val 3226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328416"/>
            <a:ext cx="7717536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project:  Asset Decommission Approval  ·  Spring Boot 3.2.3 / Java 17 / PostgreSQL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task:     turn an immediate soft-delete into a reviewed approval workflow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method:   archaeology → characterize → narrow change → prove   (7 phase gates)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1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./change.sh --reuse-not-replace --minimal-diff --prove-it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a focused change, fully traceable, no regressions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Greenfield proved you can build.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Brownfield asks the harder question: </a:t>
            </a:r>
            <a:pPr indent="0" marL="0">
              <a:buNone/>
            </a:pPr>
            <a:r>
              <a:rPr lang="en-US" sz="1500" b="1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 an agent safely change what it didn't write?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977640" cy="2743200"/>
          </a:xfrm>
          <a:prstGeom prst="roundRect">
            <a:avLst>
              <a:gd name="adj" fmla="val 2000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45920"/>
            <a:ext cx="3977640" cy="6400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GREENFIELD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a new app from a spec pack.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risk is capability —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 we build it?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Nothing exists to break. The spec flows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forward into code.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09160" y="1645920"/>
            <a:ext cx="3977640" cy="2743200"/>
          </a:xfrm>
          <a:prstGeom prst="roundRect">
            <a:avLst>
              <a:gd name="adj" fmla="val 2000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1645920"/>
            <a:ext cx="3977640" cy="64008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BROWNFIELD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Make one change to a working app.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260604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risk is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BBF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hidden regressions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breaking what already works.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 must understand and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characterize first.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Same discipline. Inverted risk. The spec governs what should be true after — the code wins on what's true today.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we'll cover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§1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5727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Brownfield Workflow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19385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fixed order, the five rules, and the audit layer that kept every change traceable.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§2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715000" y="15727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Archaeology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715000" y="19385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Phase 0 — knowing the repo before touching it. Surfacing surprises, not coding around them.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§3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63040" y="30815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Change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44728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narrow, well-evidenced change that reuses the existing soft-delete instead of replacing it.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3977640" cy="1325880"/>
          </a:xfrm>
          <a:prstGeom prst="roundRect">
            <a:avLst>
              <a:gd name="adj" fmla="val 4138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§4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715000" y="30815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Proof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715000" y="344728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Characterization before, regression after. Full requirement-to-evidence traceability.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§1 · The Brownfield Workflow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§1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Brownfield Workflow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Understand before you change. </a:t>
            </a:r>
            <a:pPr indent="0" marL="0">
              <a:buNone/>
            </a:pPr>
            <a:r>
              <a:rPr lang="en-US" sz="1500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Characterize before you touch. </a:t>
            </a:r>
            <a:pPr indent="0" marL="0">
              <a:buNone/>
            </a:pPr>
            <a:r>
              <a:rPr lang="en-US" sz="15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Prove nothing else broke.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§1 · The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fixed order — left to right, no skipping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You may loop back, but you never write business logic before the characterization tests are green.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234440" cy="1051560"/>
          </a:xfrm>
          <a:prstGeom prst="roundRect">
            <a:avLst>
              <a:gd name="adj" fmla="val 5217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123444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3852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" y="2212848"/>
            <a:ext cx="10881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Archaeology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0352" y="2615184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673352" y="21945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856232" y="1828800"/>
            <a:ext cx="1234440" cy="1051560"/>
          </a:xfrm>
          <a:prstGeom prst="roundRect">
            <a:avLst>
              <a:gd name="adj" fmla="val 5217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56232" y="1828800"/>
            <a:ext cx="12344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947672" y="193852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29384" y="2212848"/>
            <a:ext cx="10881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Docker baseline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929384" y="2615184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72384" y="21945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55264" y="1828800"/>
            <a:ext cx="1234440" cy="1051560"/>
          </a:xfrm>
          <a:prstGeom prst="roundRect">
            <a:avLst>
              <a:gd name="adj" fmla="val 5217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55264" y="1828800"/>
            <a:ext cx="1234440" cy="54864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21" name="Text 19"/>
          <p:cNvSpPr/>
          <p:nvPr/>
        </p:nvSpPr>
        <p:spPr>
          <a:xfrm>
            <a:off x="3346704" y="193852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28416" y="2212848"/>
            <a:ext cx="10881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Characterization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28416" y="2615184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 current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71416" y="21945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54296" y="1828800"/>
            <a:ext cx="1234440" cy="1051560"/>
          </a:xfrm>
          <a:prstGeom prst="roundRect">
            <a:avLst>
              <a:gd name="adj" fmla="val 5217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4296" y="1828800"/>
            <a:ext cx="123444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7" name="Text 25"/>
          <p:cNvSpPr/>
          <p:nvPr/>
        </p:nvSpPr>
        <p:spPr>
          <a:xfrm>
            <a:off x="4745736" y="193852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27448" y="2212848"/>
            <a:ext cx="10881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Impact map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2615184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70448" y="21945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53328" y="1828800"/>
            <a:ext cx="1234440" cy="1051560"/>
          </a:xfrm>
          <a:prstGeom prst="roundRect">
            <a:avLst>
              <a:gd name="adj" fmla="val 5217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53328" y="1828800"/>
            <a:ext cx="12344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3" name="Text 31"/>
          <p:cNvSpPr/>
          <p:nvPr/>
        </p:nvSpPr>
        <p:spPr>
          <a:xfrm>
            <a:off x="6144768" y="193852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2212848"/>
            <a:ext cx="10881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Narrow change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26480" y="2615184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269480" y="21945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452360" y="1828800"/>
            <a:ext cx="1234440" cy="1051560"/>
          </a:xfrm>
          <a:prstGeom prst="roundRect">
            <a:avLst>
              <a:gd name="adj" fmla="val 5217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52360" y="1828800"/>
            <a:ext cx="12344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9" name="Text 37"/>
          <p:cNvSpPr/>
          <p:nvPr/>
        </p:nvSpPr>
        <p:spPr>
          <a:xfrm>
            <a:off x="7543800" y="193852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25512" y="2212848"/>
            <a:ext cx="108813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525512" y="2615184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3246120"/>
            <a:ext cx="8229600" cy="1234440"/>
          </a:xfrm>
          <a:prstGeom prst="roundRect">
            <a:avLst>
              <a:gd name="adj" fmla="val 3704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" y="3374136"/>
            <a:ext cx="7900416" cy="97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§2  ·  the non-negotiable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may not modify business logic until the current behaviour is captured as a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passing, repeatable check.  Docker baseline → characterization → impact map →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change → regression."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1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change you cannot prove was safe is not done.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§1 · The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Five rules that made it safe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603504"/>
          </a:xfrm>
          <a:prstGeom prst="roundRect">
            <a:avLst>
              <a:gd name="adj" fmla="val 7576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44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40817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Read before you write.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0" y="14081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docs/01, 02, 07 before any code; each phase re-read before it starts.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039112"/>
            <a:ext cx="8229600" cy="603504"/>
          </a:xfrm>
          <a:prstGeom prst="roundRect">
            <a:avLst>
              <a:gd name="adj" fmla="val 7576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579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212140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Characterize before you change.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21214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Lock current behaviour as passing tests (C-01..05) before touching logic.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52344"/>
            <a:ext cx="8229600" cy="603504"/>
          </a:xfrm>
          <a:prstGeom prst="roundRect">
            <a:avLst>
              <a:gd name="adj" fmla="val 7576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7121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4300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Reuse, don't replace.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97680" y="2834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Approval triggers the existing @SQLDelete soft-delete — not a new delete path.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465576"/>
            <a:ext cx="8229600" cy="603504"/>
          </a:xfrm>
          <a:prstGeom prst="roundRect">
            <a:avLst>
              <a:gd name="adj" fmla="val 7576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5844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35478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Minimal diffs.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97680" y="354787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new classes/templates. No renames, reformatting, or dependency bumps.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178808"/>
            <a:ext cx="8229600" cy="603504"/>
          </a:xfrm>
          <a:prstGeom prst="roundRect">
            <a:avLst>
              <a:gd name="adj" fmla="val 7576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297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42611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Phase gates.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97680" y="42611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Stop at each of 7 phases, summarize, wait for human approval before continuing.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§1 · The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audit layer — a living wiki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separate Dev-Wiki agent owns wiki/ and never touches the code it documents. Updated at every phase gate.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77640" cy="3108960"/>
          </a:xfrm>
          <a:prstGeom prst="roundRect">
            <a:avLst>
              <a:gd name="adj" fmla="val 1471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36776"/>
            <a:ext cx="3648456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1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wiki/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WIKI_SCHEMA.md   how the wiki works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overview.md      phase tracker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glossary.md      soft-delete, pending…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log.md           every ingest + lint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features/        crud, request, approve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components/      controllers, service…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 data-models/     asset, request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 decisions/       ADR-001 … ADR-007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pages · 7 ADRs · per-phase log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508760"/>
            <a:ext cx="64008" cy="9601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6276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Independent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920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separate agent owns the wiki — it documents the code, never edits it.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2587752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587752"/>
            <a:ext cx="64008" cy="9601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27066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Traceable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64608" y="2999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page cites the spec doc, requirement ID, or ticket it came from.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666744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666744"/>
            <a:ext cx="64008" cy="9601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37856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Verified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40782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phase a code-drift lint greps the real source. Drift is surfaced, never overwritten.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§1 · The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change is traceable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Commit → Phase gate → Requirement / spec ID → ADR + wiki → Test / lint.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16736" cy="777240"/>
          </a:xfrm>
          <a:prstGeom prst="roundRect">
            <a:avLst>
              <a:gd name="adj" fmla="val 7059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19656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191e07b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73936" y="1920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185416" y="1691640"/>
            <a:ext cx="1316736" cy="777240"/>
          </a:xfrm>
          <a:prstGeom prst="roundRect">
            <a:avLst>
              <a:gd name="adj" fmla="val 7059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1136" y="1819656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31136" y="2075688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Gate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02152" y="1920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913632" y="1691640"/>
            <a:ext cx="1316736" cy="777240"/>
          </a:xfrm>
          <a:prstGeom prst="roundRect">
            <a:avLst>
              <a:gd name="adj" fmla="val 7059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2" y="1819656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59352" y="2075688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FA-05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30368" y="1920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41848" y="1691640"/>
            <a:ext cx="1316736" cy="777240"/>
          </a:xfrm>
          <a:prstGeom prst="roundRect">
            <a:avLst>
              <a:gd name="adj" fmla="val 7059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1819656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ADR + wiki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87568" y="2075688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ADR-001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58584" y="19202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70064" y="1691640"/>
            <a:ext cx="1316736" cy="777240"/>
          </a:xfrm>
          <a:prstGeom prst="roundRect">
            <a:avLst>
              <a:gd name="adj" fmla="val 7059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15784" y="1819656"/>
            <a:ext cx="12252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415784" y="2075688"/>
            <a:ext cx="1225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N-03 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788920"/>
            <a:ext cx="8229600" cy="1691640"/>
          </a:xfrm>
          <a:prstGeom prst="roundRect">
            <a:avLst>
              <a:gd name="adj" fmla="val 2703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2916936"/>
            <a:ext cx="7900416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wiki/log.md · excerpt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[2026-06-02] ingest | Phase 4 (data &amp; service) — DecommissionService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approve() reuses soft-delete (deleteById → @SQLDelete); N-01..N-07 green.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[2026-06-02] lint  | Phase 4 code-drift check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entity fields ↔ DecommissionRequest.java — match. service API ↔ code — match.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generated DDL matches entity. Tests: 13 green. Links clean.   NO DRIFT.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§1 · The Workflow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Before the change — three numbers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'understand first' actually cost, and bought.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characterization tests green BEFORE any logic changed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changes to the Asset entity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0" y="17373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BBF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ungated delete paths found — both closed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Next: </a:t>
            </a:r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§2 · Archaeology</a:t>
            </a:r>
            <a:pPr indent="0" marL="0">
              <a:buNone/>
            </a:pPr>
            <a:r>
              <a:rPr lang="en-US" sz="13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knowing the repo before touching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§2 · Archaeology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§2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Archaeology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Phase 0 — produce a real map of the repo, </a:t>
            </a:r>
            <a:pPr indent="0" marL="0">
              <a:buNone/>
            </a:pPr>
            <a:r>
              <a:rPr lang="en-US" sz="1500" dirty="0">
                <a:solidFill>
                  <a:srgbClr val="818CF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verify the spec against the code,</a:t>
            </a:r>
            <a:pPr indent="0" marL="0">
              <a:buNone/>
            </a:pPr>
            <a:r>
              <a:rPr lang="en-US" sz="15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surface what you can't answer.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§2 · Archaeology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Know it before you touch 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Phase 0 produced evidence from the real tree — no Docker, no business code yet.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749808"/>
          </a:xfrm>
          <a:prstGeom prst="roundRect">
            <a:avLst>
              <a:gd name="adj" fmla="val 6098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819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repo-map.md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83280" y="1554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controller, endpoint, entity, repository, template — from the actual tree, not the spec.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8229600" cy="749808"/>
          </a:xfrm>
          <a:prstGeom prst="roundRect">
            <a:avLst>
              <a:gd name="adj" fmla="val 6098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68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as-is-behaviour.md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0" y="24414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Current login / list / add / PATCH / delete behaviour, each verified and tied to a check.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36976"/>
            <a:ext cx="8229600" cy="749808"/>
          </a:xfrm>
          <a:prstGeom prst="roundRect">
            <a:avLst>
              <a:gd name="adj" fmla="val 6098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558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archaeology-questions.md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83280" y="332841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open questions the code can't answer — captured, not guessed.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15152A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187952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BBF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Honesty on record: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original source repo was unreachable, so the baseline was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reconstructed faithfully from docs/02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recorded as ADR-007, flagged for reconciliation if the original appears.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§2 · Archaeology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2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Surface surprises — don't code around them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finding the spec left open: how many ways can an asset actually be soft-deleted?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1783080"/>
          </a:xfrm>
          <a:prstGeom prst="roundRect">
            <a:avLst>
              <a:gd name="adj" fmla="val 2564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36776"/>
            <a:ext cx="7900416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as-is finding · two delete paths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 /assets-ui/delete/{id}   AssetUIController   ← the UI 'Delete' button uses this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DELETE /assets/{id}           AssetController     ← REST path, NOT referenced by any UI/JS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@SQLDelete  → UPDATE assets SET is_deleted = true   (both paths trigger this)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@SQLRestriction('is_deleted = false')  → soft-deleted rows vanish from every read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15152A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935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judgement call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1363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Leaving a second, ungated path to soft-delete would let approval be bypassed.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Recorded as ADR-004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seeded into the impact map — to be resolved in code, not quietly ignored.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§3 · The Change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§3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Change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narrow, well-evidenced change that </a:t>
            </a:r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reuses the existing soft-delete</a:t>
            </a:r>
            <a:pPr indent="0" marL="0">
              <a:buNone/>
            </a:pPr>
            <a:r>
              <a:rPr lang="en-US" sz="15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instead of replacing it.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§3 · The Change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change in one sentence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Clicking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Delete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used to soft-delete instantly. Now it creates a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pending request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 approver must approve or reject — with a full audit trail.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977640" cy="2743200"/>
          </a:xfrm>
          <a:prstGeom prst="roundRect">
            <a:avLst>
              <a:gd name="adj" fmla="val 2000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00200"/>
            <a:ext cx="397764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1945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Delete →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immediate soft-delete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Asset vanishes from the dashboard.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reason.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approver.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record of who or why.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3977640" cy="2743200"/>
          </a:xfrm>
          <a:prstGeom prst="roundRect">
            <a:avLst>
              <a:gd name="adj" fmla="val 2000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600200"/>
            <a:ext cx="397764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0328" y="2194560"/>
            <a:ext cx="3611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Request Decommission (+reason)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→ PENDING; asset stays active, badge shown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Approve → reuses soft-delete; APPROVED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Reject → asset stays active; REJECTED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decision audited: who · when · why ·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decider · outcome · comment.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§3 · The Change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Impact map — minimal diff, planned first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Prefer adding new classes over editing many. All logic in one new service.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2286000"/>
          </a:xfrm>
          <a:prstGeom prst="roundRect">
            <a:avLst>
              <a:gd name="adj" fmla="val 2400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910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(6)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901952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1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DecommissionRequest  entity</a:t>
            </a:r>
            <a:endParaRPr lang="en-US" sz="10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1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DecommissionStatus  enum</a:t>
            </a:r>
            <a:endParaRPr lang="en-US" sz="10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1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DecommissionRequestRepository</a:t>
            </a:r>
            <a:endParaRPr lang="en-US" sz="10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1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DecommissionService  (all rules)</a:t>
            </a:r>
            <a:endParaRPr lang="en-US" sz="10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1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DecommissionUIController</a:t>
            </a:r>
            <a:endParaRPr lang="en-US" sz="105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F1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decommissions.html  (approver view)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463040"/>
            <a:ext cx="3977640" cy="2286000"/>
          </a:xfrm>
          <a:prstGeom prst="roundRect">
            <a:avLst>
              <a:gd name="adj" fmla="val 2400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5910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EDITED (3)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10328" y="1901952"/>
            <a:ext cx="36118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assets.html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Delete → Request + badge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AssetUIController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pending ids; retire route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F1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AssetController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 DELETE → 405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Untouched: Asset entity, PATCH edit,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security, dependency versions.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5882"/>
            </a:avLst>
          </a:prstGeom>
          <a:solidFill>
            <a:srgbClr val="15152A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6849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Three decisions, recorded: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22452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assetId as plain Long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(ADR-002, history survives soft-delete)   ·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pending derived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from a PENDING request (ADR-003)   ·  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REST DELETE neutralized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(ADR-004)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§3 · The Change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Reuse, don't replace — the one constraint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Approval ends up calling the existing soft-delete. No new UPDATE; no physical delete.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8229600" cy="1783080"/>
          </a:xfrm>
          <a:prstGeom prst="roundRect">
            <a:avLst>
              <a:gd name="adj" fmla="val 2564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636776"/>
            <a:ext cx="7900416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DecommissionService.approve(requestId, approver, comment)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req.setStatus(APPROVED);  req.setDecidedBy(approver);  req.setDecidedAt(now);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requestRepository.save(req);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assetRepository.deleteById(req.getAssetId());   // ← reuses the existing mechanism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@SQLDelete("UPDATE assets SET is_deleted = true WHERE id = ?")   // entity-level, untouched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5000"/>
            </a:avLst>
          </a:prstGeom>
          <a:solidFill>
            <a:srgbClr val="15152A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474720"/>
            <a:ext cx="64008" cy="10972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5935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ADR-001 · the most important constraint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391363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'Decommission' </a:t>
            </a:r>
            <a:pPr indent="0" marL="0">
              <a:lnSpc>
                <a:spcPct val="115000"/>
              </a:lnSpc>
              <a:buNone/>
            </a:pPr>
            <a:r>
              <a:rPr lang="en-US" sz="1150" b="1" i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the existing soft-delete — now gated behind approval. The characterization tests that locked that behaviour (C-01/C-02) keep covering it after the change.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§3 · The Change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Loose ends, named and closed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Brownfield judgement and environment surprises — handled without touching the deliverable.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1828800"/>
          </a:xfrm>
          <a:prstGeom prst="roundRect">
            <a:avLst>
              <a:gd name="adj" fmla="val 2500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91056"/>
            <a:ext cx="7900416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second delete path  (ADR-004)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AssetController DELETE /assets/{id}  →  405 Method Not Allowed  (no soft-delete)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GET /assets-ui/delete/{id}        →  removed (404)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⇒ after the change, NO ungated path to soft-delete remains.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environment surprises  (sandbox only — committed files unchanged)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TLS-intercepting proxy broke in-container Maven  →  trusted host CA in a tagged base image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Engine 29 rejected docker-java API 1.32  →  pinned api.version=1.44 (tests only)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Surfaced, diagnosed, and fixed in the open — </a:t>
            </a:r>
            <a:pPr indent="0" marL="0">
              <a:lnSpc>
                <a:spcPct val="110000"/>
              </a:lnSpc>
              <a:buNone/>
            </a:pPr>
            <a:r>
              <a:rPr lang="en-US" sz="1200" b="1" i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deliverable Dockerfile and compose files were never compromised.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§4 ·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§4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Proof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154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Characterization before, regression after, and </a:t>
            </a:r>
            <a:pPr indent="0" marL="0">
              <a:buNone/>
            </a:pPr>
            <a:r>
              <a:rPr lang="en-US" sz="1500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requirement mapped to evidence.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§4 · Proof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safety net — tests as the contract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Characterization (C) passed BEFORE the change; new behaviour (N) after. Real Postgres, real soft-delete.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977640" cy="2377440"/>
          </a:xfrm>
          <a:prstGeom prst="roundRect">
            <a:avLst>
              <a:gd name="adj" fmla="val 2308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3977640" cy="64008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CHARACTERIZATION · before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8368" y="201168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C-01  soft-delete hides, not removes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C-02  @SQLRestriction filters reads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C-03  PATCH partial update intact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C-04  create + list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C-05  auth gate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green on UNCHANGED code first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508760"/>
            <a:ext cx="3977640" cy="2377440"/>
          </a:xfrm>
          <a:prstGeom prst="roundRect">
            <a:avLst>
              <a:gd name="adj" fmla="val 2308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508760"/>
            <a:ext cx="397764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1673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BEHAVIOUR · after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10328" y="2011680"/>
            <a:ext cx="3611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N-01..02  request / reason required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N-03..04  approve / reject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N-05..06  duplicate / soft-deleted guards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N-07     audit + history (FA-09)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N-08     dashboard pending badge</a:t>
            </a:r>
            <a:endParaRPr lang="en-US" sz="1000" dirty="0"/>
          </a:p>
          <a:p>
            <a:pPr indent="0" marL="0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REST-405 · history-of-deleted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8229600" cy="566928"/>
          </a:xfrm>
          <a:prstGeom prst="roundRect">
            <a:avLst>
              <a:gd name="adj" fmla="val 8065"/>
            </a:avLst>
          </a:prstGeom>
          <a:solidFill>
            <a:srgbClr val="15152A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19 tests · 0 failures · 0 errors</a:t>
            </a:r>
            <a:pPr indent="0" marL="0">
              <a:buNone/>
            </a:pPr>
            <a:r>
              <a:rPr lang="en-US" sz="11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—   Testcontainers PostgreSQL for true @SQLDelete fidelity (not H2). Characterization never went red.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§4 · Proof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Live regression in Docker — T-01..T-09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Run against the committed `docker compose up --build`. All pass.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6400800" cy="310896"/>
          </a:xfrm>
          <a:prstGeom prst="roundRect">
            <a:avLst/>
          </a:prstGeom>
          <a:solidFill>
            <a:srgbClr val="16161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46304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up --build → app+db start (db-healthy gate)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0" y="1463040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77393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177393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login admin/admin123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0" y="177393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084832"/>
            <a:ext cx="6400800" cy="310896"/>
          </a:xfrm>
          <a:prstGeom prst="roundRect">
            <a:avLst/>
          </a:prstGeom>
          <a:solidFill>
            <a:srgbClr val="16161F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08483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08483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asset → appears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208483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239572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71600" y="239572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PATCH partial update intact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239572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06624"/>
            <a:ext cx="6400800" cy="310896"/>
          </a:xfrm>
          <a:prstGeom prst="roundRect">
            <a:avLst/>
          </a:prstGeom>
          <a:solidFill>
            <a:srgbClr val="16161F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2706624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71600" y="2706624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request → PENDING, NOT soft-deleted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2706624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3017520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3017520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reject → REJECTED, asset active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0" y="3017520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28416"/>
            <a:ext cx="6400800" cy="310896"/>
          </a:xfrm>
          <a:prstGeom prst="roundRect">
            <a:avLst/>
          </a:prstGeom>
          <a:solidFill>
            <a:srgbClr val="16161F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332841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71600" y="3328416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approve → APPROVED, soft-deleted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0" y="33284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3639312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71600" y="363931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duplicate pending → blocked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363931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950208"/>
            <a:ext cx="6400800" cy="310896"/>
          </a:xfrm>
          <a:prstGeom prst="roundRect">
            <a:avLst/>
          </a:prstGeom>
          <a:solidFill>
            <a:srgbClr val="16161F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395020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T-09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71600" y="3950208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down -v → DB cleared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3950208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86600" y="1463040"/>
            <a:ext cx="1600200" cy="2798064"/>
          </a:xfrm>
          <a:prstGeom prst="roundRect">
            <a:avLst>
              <a:gd name="adj" fmla="val 3429"/>
            </a:avLst>
          </a:prstGeom>
          <a:solidFill>
            <a:srgbClr val="15152A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6600" y="21945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 / 9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7086600" y="27432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T-checks pass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32320" y="30632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before/after demo recorded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§4 · Proof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Evidence you can see — the running app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Captured from the live Dockerized app (headless Chromium).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114800" cy="2834640"/>
          </a:xfrm>
          <a:prstGeom prst="roundRect">
            <a:avLst>
              <a:gd name="adj" fmla="val 1613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pic>
        <p:nvPicPr>
          <p:cNvPr id="8" name="Image 0" descr="/home/user/Asset-Tracking-Dockerize/artifacts/screenshots/02-dashboard-pending-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72768"/>
            <a:ext cx="3895344" cy="23957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3986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— pending badge + Request Decommission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09160" y="1463040"/>
            <a:ext cx="3977640" cy="2834640"/>
          </a:xfrm>
          <a:prstGeom prst="roundRect">
            <a:avLst>
              <a:gd name="adj" fmla="val 1613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pic>
        <p:nvPicPr>
          <p:cNvPr id="11" name="Image 1" descr="/home/user/Asset-Tracking-Dockerize/artifacts/screenshots/03-approver-view-and-hist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1572768"/>
            <a:ext cx="3758184" cy="23957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18888" y="39867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Approver view — approve/reject + decision history (incl. soft-deleted)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§4 · Proof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262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4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Receipts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Locked at the final gate.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 gates · all approved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51460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21945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 · 0 fail / 0 error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2628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9/9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26280" y="21945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 criteria (G-1..9) met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9/9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37960" y="219456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regression checks (T-01..09)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characterization regressions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1460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14600" y="3429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entity · Asset unchanged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2628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26280" y="3429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ungated soft-delete paths left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37960" y="29260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37960" y="3429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artifacts + a 31-page wiki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requirement → evidence: </a:t>
            </a:r>
            <a:pPr algn="ctr" indent="0" marL="0">
              <a:buNone/>
            </a:pPr>
            <a:r>
              <a:rPr lang="en-US" sz="11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artifacts/requirements-traceability.md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Same engine, adapted for brownfield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carried over from the greenfield workflow — and what the brownfield risk demanded.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502920"/>
          </a:xfrm>
          <a:prstGeom prst="roundRect">
            <a:avLst/>
          </a:prstGeom>
          <a:solidFill>
            <a:srgbClr val="16161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Spec pack precedes code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4173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carried over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Plus: verify the spec against the real code (it wins on 'today').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Living wiki + ADRs + lint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92024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carried over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92040" y="1920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Same independent agent; code-drift lint each phase gate.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502920"/>
          </a:xfrm>
          <a:prstGeom prst="roundRect">
            <a:avLst/>
          </a:prstGeom>
          <a:solidFill>
            <a:srgbClr val="16161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423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Tests as the contract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4231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24231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Characterization FIRST — lock current behaviour before changing.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Phase gates / approval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92608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2926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7 gates; 'no logic before characterization is green'.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502920"/>
          </a:xfrm>
          <a:prstGeom prst="roundRect">
            <a:avLst/>
          </a:prstGeom>
          <a:solidFill>
            <a:srgbClr val="16161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Smallest change wins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83280" y="34290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intensified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34290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Reuse over rebuild; minimal diffs; one new service.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9319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Traceability to evidence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393192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carried over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39319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Requirement → code → test → live → doc, all mapped.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this unlocks for brownfield 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Where the same approach pays off on code you already own.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77640" cy="1280160"/>
          </a:xfrm>
          <a:prstGeom prst="roundRect">
            <a:avLst>
              <a:gd name="adj" fmla="val 4286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417320"/>
            <a:ext cx="64008" cy="12801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81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Legacy modernization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Wrap an old service in Docker + characterization tests, then change it with a net.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417320"/>
            <a:ext cx="3977640" cy="1280160"/>
          </a:xfrm>
          <a:prstGeom prst="roundRect">
            <a:avLst>
              <a:gd name="adj" fmla="val 4286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417320"/>
            <a:ext cx="64008" cy="1280160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81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Safe refactors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Lock behaviour as tests first; let drift checks catch anything you didn't intend.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977640" cy="1280160"/>
          </a:xfrm>
          <a:prstGeom prst="roundRect">
            <a:avLst>
              <a:gd name="adj" fmla="val 4286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80360"/>
            <a:ext cx="64008" cy="12801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44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Risky feature changes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4290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Plan with an impact map; reuse existing mechanisms instead of rebuilding.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80360"/>
            <a:ext cx="3977640" cy="1280160"/>
          </a:xfrm>
          <a:prstGeom prst="roundRect">
            <a:avLst>
              <a:gd name="adj" fmla="val 4286"/>
            </a:avLst>
          </a:prstGeom>
          <a:solidFill>
            <a:srgbClr val="16161F"/>
          </a:solidFill>
          <a:ln w="12700">
            <a:solidFill>
              <a:srgbClr val="2E2E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2880360"/>
            <a:ext cx="64008" cy="1280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44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Audit &amp; compliance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342900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living wiki + requirement-to-evidence matrix makes 'prove it' a one-pager.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2626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Stop hand-editing legacy code. Start directing a safe, evidenced change.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C4A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Spec on top.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C4A8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Characterization underneath.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narrow change in between.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8046720" cy="1005840"/>
          </a:xfrm>
          <a:prstGeom prst="roundRect">
            <a:avLst>
              <a:gd name="adj" fmla="val 4545"/>
            </a:avLst>
          </a:prstGeom>
          <a:solidFill>
            <a:srgbClr val="16161F"/>
          </a:solidFill>
          <a:ln w="12700">
            <a:solidFill>
              <a:srgbClr val="2323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785616"/>
            <a:ext cx="771753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-b claude/jolly-albattani-ZVz7K  …/Asset-Tracking-Dockerize.git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mvn test                 # 19 green · Testcontainers Postgres</a:t>
            </a:r>
            <a:endParaRPr lang="en-US" sz="8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850" b="1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--build # http://localhost:8080  (admin / admin123)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APPENDIX · artifacts/requirements-traceability.md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589520" y="20116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Requirement → evidence, every family 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B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one page a reviewer reads to confirm done. All IDs mapped to code, test, live check, and doc.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457200"/>
          </a:xfrm>
          <a:prstGeom prst="roundRect">
            <a:avLst/>
          </a:prstGeom>
          <a:solidFill>
            <a:srgbClr val="16161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G-1..G-9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5740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T-01..09 · N-tests · artifacts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8388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EB-01..06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057400" y="1920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Preserved behaviour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C-03/04/05 · live · untouched code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183880" y="1920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457200"/>
          </a:xfrm>
          <a:prstGeom prst="roundRect">
            <a:avLst/>
          </a:prstGeom>
          <a:solidFill>
            <a:srgbClr val="16161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377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FA-01..09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57400" y="2377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Functional reqs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3774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N-01..08 · DecommissionService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2834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V-01..06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5740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Validation rules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28346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N-02/04/05/06 · guards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8388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457200"/>
          </a:xfrm>
          <a:prstGeom prst="roundRect">
            <a:avLst/>
          </a:prstGeom>
          <a:solidFill>
            <a:srgbClr val="16161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UI-01..06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57400" y="3291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UI requirements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291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assets.html · decommissions.html · N-08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83880" y="3291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C4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DOCK-01..06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057400" y="3749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1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Dockerization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 · compose · live T-01/T-09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83880" y="3749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✓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Brownfield Run — Asset Decommission Approval</dc:title>
  <dc:subject>PptxGenJS Presentation</dc:subject>
  <dc:creator>Aditya Singh</dc:creator>
  <cp:lastModifiedBy>Aditya Singh</cp:lastModifiedBy>
  <cp:revision>1</cp:revision>
  <dcterms:created xsi:type="dcterms:W3CDTF">2026-06-02T08:44:15Z</dcterms:created>
  <dcterms:modified xsi:type="dcterms:W3CDTF">2026-06-02T08:44:15Z</dcterms:modified>
</cp:coreProperties>
</file>